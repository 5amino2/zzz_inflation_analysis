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6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03F9E-7597-EB08-D2B5-2CB6FBBE5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972CB2-E8B1-7364-C857-CE8CFF209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1456B-3867-9522-D220-4D2320AB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DB7FAE-E2A0-296F-4D9B-6429F2350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3E87DD-A46F-0D78-EBFC-5AFD15DD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39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D7E30-E11B-4534-1883-10DFB7E9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F2F8DB-AC2B-4682-FB25-85DA59E40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4BB1E-8B5E-1A0F-5617-8A538D06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263B7F-8F7B-B9F7-D53A-5A760F53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4C84F-6138-6F93-A4A3-7F65F0A1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59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6865D-A074-E051-5E61-6AA6CF73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2E27A5-37AF-590D-5423-8E2B011D0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924DAF-360A-8E99-CEB2-94B3B738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7E6D3F-B969-6AC9-3106-7B1D1CAD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7E6759-00BC-C7B9-68F6-D660C058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97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A268B-3C42-53FD-5D1C-A2853ED5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8E7E5-D6DE-1387-17FF-9CBC55470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AA5C04-0960-B7D0-0E63-FE0387E24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85A8F1-BCB2-9BEE-E79F-DF6EFEF9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A0CDD7-AD72-A569-0466-A93F1168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8F0BC0-9418-52CC-F062-5841207F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1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21243-C980-0D02-CCEF-EA4362F6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6C443F-F4CC-DB47-AFF8-7688F08F5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419866-9E1F-6F13-C5E0-2BDEC71CF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3A53FE-2709-9E52-4EB0-14BD68492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561781-CE30-2441-8797-CA04D8244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4AB68B-6BDD-E5F2-96B1-FF6FFC449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16B780-7ED4-B6C1-CD35-F88D4A2A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864DAA-3E85-CE8B-08BD-C1349B82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57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8B254-2377-F490-5DDE-310C2859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3BBF8-D270-8E76-0201-86CEC352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953423-9323-9551-5F87-C5EB1212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7507B4-AF7A-2DF9-BDBD-52E72E29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79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C4376C-0960-7D08-AC63-2118E696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DAE7B5-3521-A908-F044-FF3EEB30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16275B-B9BC-6566-7EBB-A6F7B9E3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471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2BAC8-6CAE-6954-C84C-919A8B56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3CDCD-9765-29EA-C881-8ED19212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A2363C-8AC2-19AE-D59D-861C2494D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04A3D8-4A36-A175-2F3F-EF7E10343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B74B2-CEA7-925E-A33F-BD38EEA8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8939EB-AAA2-E57D-4C57-DF46CDA4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99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15AC1-84FC-1149-91EC-05BCE044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788DB8-6DAA-6038-38A5-53FD3BE88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E80CB8-25E4-F40C-BE71-0B871CA34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3AF71-7BD3-C8B5-E204-A0BDAC31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5EC25-B449-ADC0-C045-7F74098D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0268D6-D84A-298B-CFDE-D7C1060C4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98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2A6039-D004-0FEB-30F6-B311EFD2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35945-2EE3-B9BF-DD1D-3156C2C99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13042-E831-03B4-E87A-0E4719B0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3CE5B9-DDB2-D14E-4286-9C2E329F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CE47E-7F82-EB1A-8DEB-88FB445B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94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4B50B1-56DC-BA1C-191D-89516753D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AD68B6-E3EB-EDA2-2AFF-AF7CF4010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DC2D1-C2FC-16C9-5A94-27B62CF9A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F17B66-262C-F807-1DAC-DBDAF13AB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199A7E-E218-B34F-304F-35DF5636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33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E71B08-1E2C-5FE7-017D-770DD48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1D7525-CF0A-DFB5-7E63-044111567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6B7A47-D3FD-2A79-0D14-519486F7D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548BF-AAF4-47B9-9F1A-877804DA772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D60E4-6C08-30FA-777A-B4D528506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7478D-B480-CD00-52A7-2C02B559E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774C5-2DF3-4730-AD67-A5269052A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28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28D5C8C-6AF3-C7E6-52BF-AE498600C113}"/>
              </a:ext>
            </a:extLst>
          </p:cNvPr>
          <p:cNvSpPr/>
          <p:nvPr/>
        </p:nvSpPr>
        <p:spPr>
          <a:xfrm>
            <a:off x="1551709" y="255463"/>
            <a:ext cx="7970981" cy="1601045"/>
          </a:xfrm>
          <a:prstGeom prst="roundRect">
            <a:avLst/>
          </a:prstGeom>
          <a:solidFill>
            <a:srgbClr val="5467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zh-CN" altLang="en-US" sz="8800" b="1">
                <a:latin typeface="黑体" panose="02010609060101010101" pitchFamily="49" charset="-122"/>
                <a:ea typeface="黑体" panose="02010609060101010101" pitchFamily="49" charset="-122"/>
              </a:rPr>
              <a:t>膨胀有多快？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01C3BF-72AE-6615-4D75-1C9E64A2944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51709" y="5593133"/>
            <a:ext cx="2872245" cy="8736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C06BD36-CD38-CFA8-203F-4609E032811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22B14C"/>
              </a:clrFrom>
              <a:clrTo>
                <a:srgbClr val="22B1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98"/>
          <a:stretch/>
        </p:blipFill>
        <p:spPr>
          <a:xfrm>
            <a:off x="5195774" y="1964045"/>
            <a:ext cx="4326916" cy="450276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E74FF1D-C0F5-492D-D732-635BF04A1527}"/>
              </a:ext>
            </a:extLst>
          </p:cNvPr>
          <p:cNvSpPr txBox="1"/>
          <p:nvPr/>
        </p:nvSpPr>
        <p:spPr>
          <a:xfrm>
            <a:off x="1551709" y="1964045"/>
            <a:ext cx="37314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危局满分线还能撑几期？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零氪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月卡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重氪谁最慌？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线性拟合预测怪物血量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一个视频讲清楚！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A5D8E8-57F3-39AD-515A-0090349CA1EC}"/>
              </a:ext>
            </a:extLst>
          </p:cNvPr>
          <p:cNvSpPr txBox="1"/>
          <p:nvPr/>
        </p:nvSpPr>
        <p:spPr>
          <a:xfrm>
            <a:off x="1916546" y="3525220"/>
            <a:ext cx="30018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数据最全</a:t>
            </a:r>
            <a:endParaRPr lang="en-US" altLang="zh-CN" sz="36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分析最细</a:t>
            </a:r>
            <a:endParaRPr lang="en-US" altLang="zh-CN" sz="36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图表最多</a:t>
            </a:r>
          </a:p>
        </p:txBody>
      </p:sp>
    </p:spTree>
    <p:extLst>
      <p:ext uri="{BB962C8B-B14F-4D97-AF65-F5344CB8AC3E}">
        <p14:creationId xmlns:p14="http://schemas.microsoft.com/office/powerpoint/2010/main" val="387863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3B59-C843-F8BC-B8F2-C4CC5EC82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D298E5F-EBF5-C649-1CB0-9B0270A48703}"/>
              </a:ext>
            </a:extLst>
          </p:cNvPr>
          <p:cNvSpPr/>
          <p:nvPr/>
        </p:nvSpPr>
        <p:spPr>
          <a:xfrm>
            <a:off x="1210491" y="661164"/>
            <a:ext cx="8725989" cy="1259828"/>
          </a:xfrm>
          <a:prstGeom prst="roundRect">
            <a:avLst/>
          </a:prstGeom>
          <a:solidFill>
            <a:srgbClr val="5467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zh-CN" altLang="en-US" sz="7200" b="1">
                <a:latin typeface="黑体" panose="02010609060101010101" pitchFamily="49" charset="-122"/>
                <a:ea typeface="黑体" panose="02010609060101010101" pitchFamily="49" charset="-122"/>
              </a:rPr>
              <a:t>膨胀有多快？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8C64AB-684F-FDB9-4716-DEE86C280F1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51709" y="5122490"/>
            <a:ext cx="2872245" cy="8736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6172F0-F954-CE71-FF6D-6DEE63B3208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22B14C"/>
              </a:clrFrom>
              <a:clrTo>
                <a:srgbClr val="22B1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98"/>
          <a:stretch/>
        </p:blipFill>
        <p:spPr>
          <a:xfrm>
            <a:off x="5830721" y="1964045"/>
            <a:ext cx="3874653" cy="403211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EA1D25C-155A-A976-9C43-C05D0EC93228}"/>
              </a:ext>
            </a:extLst>
          </p:cNvPr>
          <p:cNvSpPr txBox="1"/>
          <p:nvPr/>
        </p:nvSpPr>
        <p:spPr>
          <a:xfrm>
            <a:off x="1551709" y="1964045"/>
            <a:ext cx="37314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危局满分线还能撑几期？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零氪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月卡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重氪谁最慌？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线性拟合预测怪物血量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一个视频讲清楚！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C2874A-EF84-46FB-4D1A-1655620ED90F}"/>
              </a:ext>
            </a:extLst>
          </p:cNvPr>
          <p:cNvSpPr txBox="1"/>
          <p:nvPr/>
        </p:nvSpPr>
        <p:spPr>
          <a:xfrm>
            <a:off x="2076930" y="3429000"/>
            <a:ext cx="30018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数据最全</a:t>
            </a:r>
            <a:endParaRPr lang="en-US" altLang="zh-CN" sz="32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分析最细</a:t>
            </a:r>
            <a:endParaRPr lang="en-US" altLang="zh-CN" sz="32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图表最多</a:t>
            </a:r>
          </a:p>
        </p:txBody>
      </p:sp>
    </p:spTree>
    <p:extLst>
      <p:ext uri="{BB962C8B-B14F-4D97-AF65-F5344CB8AC3E}">
        <p14:creationId xmlns:p14="http://schemas.microsoft.com/office/powerpoint/2010/main" val="199101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</Words>
  <Application>Microsoft Office PowerPoint</Application>
  <PresentationFormat>宽屏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黑体</vt:lpstr>
      <vt:lpstr>Arial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Lee</dc:creator>
  <cp:lastModifiedBy>Johnny Lee</cp:lastModifiedBy>
  <cp:revision>4</cp:revision>
  <dcterms:created xsi:type="dcterms:W3CDTF">2026-06-09T09:09:54Z</dcterms:created>
  <dcterms:modified xsi:type="dcterms:W3CDTF">2026-06-09T09:32:16Z</dcterms:modified>
</cp:coreProperties>
</file>